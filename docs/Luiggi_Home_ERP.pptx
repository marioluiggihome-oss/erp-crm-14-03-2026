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LUIGGI HOME</a:t>
            </a:r>
          </a:p>
          <a:p>
            <a:pPr algn="l"/>
            <a:r>
              <a:rPr sz="2400" b="1">
                <a:solidFill>
                  <a:srgbClr val="EA580C"/>
                </a:solidFill>
                <a:latin typeface="Arial"/>
              </a:rPr>
              <a:t>El ERP + CRM hecho para fabricantes de muebles y cocinas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Arial"/>
              </a:rPr>
              <a:t>Presupuesto por tarifa real · Despiece · Fábrica · Finanzas ·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Propuesta comercial — Modelo SaaS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El problema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Lo que hoy cuesta tiempo y dinero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Presupuestar a mano: lento y con errores de tarifa.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Despieces y optimización de tableros calculados a ojo → desperdicio de material.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Fábrica y red comercial sin control centralizado.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Herramientas genéricas que no entienden el flujo mueble/cocina.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La solución: Luiggi Home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Un solo sistema,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CRM → Presupuesto por tarifa real → Pedido → Fábrica → Finanzas.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Catálogos reales (ZC y MV) con tarifa por zonas T1–T21.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Despiece y optimización de tableros automáticos.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IA propia: render 3D, cocinas 3D y digitalización de planos.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Módulos clave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Todo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Presupuestador de cocinas (12 familias) y configurador de armarios a medida.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Despiece industrial: lista de corte, cantos, herrajes y lista de compra.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Portal de Fábrica con órdenes de fabricación automáticas.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Pedidos, facturación, rentabilidad, inventario y montajes.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Diferenciador: IA propia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Lo que no tiene un ERP genérico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Render fotorrealista del mueble/cocina fiel a la configuración.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Diseño de cocinas 3D con IA.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Digitalizador de planos: de una foto a un presupuesto en segundos.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Dictado por voz para configurar más rápido.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Tarifa real + despiece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Ahorro directo de tiempo y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Precio exacto por zona de tarifa (T1–T21), sin hojas de cálculo.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Optimización de tableros con cálculo de merma.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Anulación de líneas (p. ej. puertas que se piden fuera).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Menos errores = menos retrabajos en fábrica.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Planes y precios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Escalado por tipo de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2103120"/>
                <a:gridCol w="228600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Plan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Empresa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Usuarios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€/mes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A580C"/>
                          </a:solidFill>
                          <a:latin typeface="Arial"/>
                        </a:rPr>
                        <a:t>Starter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Autónomo / tienda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1–3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99–149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A580C"/>
                          </a:solidFill>
                          <a:latin typeface="Arial"/>
                        </a:rPr>
                        <a:t>Pro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PYME de cocinas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hasta 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299–399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A580C"/>
                          </a:solidFill>
                          <a:latin typeface="Arial"/>
                        </a:rPr>
                        <a:t>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Fabricante + comercial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hasta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699–899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A580C"/>
                          </a:solidFill>
                          <a:latin typeface="Arial"/>
                        </a:rPr>
                        <a:t>Premium IA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Fabricante / grupo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25+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1.290–1.890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A580C"/>
                          </a:solidFill>
                          <a:latin typeface="Arial"/>
                        </a:rP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Grupo / franquicia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50+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75569"/>
                          </a:solidFill>
                          <a:latin typeface="Arial"/>
                        </a:rPr>
                        <a:t>desde 2.500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ROI: se paga solo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Venta anclada al ahorro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Cada presupuesto y cada despiece ahorra horas de trabajo.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Menos desperdicio de tablero por optimización real.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Add-ons: marca blanca, créditos IA, onboarding, SLA premium.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Facturación anual con 2 meses gratis (~17 % de descuento).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Marca blanca y canal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Crecimiento por distribuidores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El distribuidor de tablero/herrajes lo revende con su logo y dominio.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Onboarding + migración de datos como servicio.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Nicho España (carpinterías/cocinas) → LATAM.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Demo guiada + prueba de 14 días.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Oportunidad de mercado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Proyección ilustrativa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40 empresas, mix de planes → ARPU ~450 €/empresa·mes.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ARR ≈ 216.000 €.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A múltiplos SaaS (3–6× ARR): valoración ~650.000 – 1,3 M €.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Churn objetivo &lt;3 %/mes · LTV/CAC &gt;3×.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Roadmap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Hacia dónde 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IA aún más potente para render y cocinas 3D.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Multi-empresa y marca blanca completa.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App móvil para comercial y montadores.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Más catálogos y tarifas integradas.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12E81"/>
                </a:solidFill>
                <a:latin typeface="Arial"/>
              </a:rPr>
              <a:t>Seguridad y soporte</a:t>
            </a:r>
          </a:p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Listo para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Permisos por capacidad y por rol (lo que no está activo, no se ve).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Candado de costes: cada usuario ve solo lo que debe.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Backups, mantenimiento y telemetría.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Arial"/>
              </a:rPr>
              <a:t>•  Soporte y SLA según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Empieza hoy</a:t>
            </a:r>
          </a:p>
          <a:p>
            <a:pPr algn="l"/>
            <a:r>
              <a:rPr sz="2200" b="1">
                <a:solidFill>
                  <a:srgbClr val="EA580C"/>
                </a:solidFill>
                <a:latin typeface="Arial"/>
              </a:rPr>
              <a:t>Prueba 14 días · Demo guiada · Migración incluida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Arial"/>
              </a:rPr>
              <a:t>Luiggi Home — software@luiggihome.es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